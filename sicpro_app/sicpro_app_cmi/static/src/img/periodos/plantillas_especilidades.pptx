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63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6FFC39-030C-4DE8-92F9-4D32D8A3E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FF4C08E1-6494-49A4-A9D6-6E9139C8A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89BE6F8D-DC49-4F6C-88BF-F9D6F4FB7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8F381B69-9426-43BE-8B6C-C33FF258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015A809-0DDF-4775-AA93-A3E65834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494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DE7C075-A1F1-4231-AD7B-290D6E21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95C6D47-FED5-477D-8D41-7EC820937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02E59E1-0731-49B6-BC9D-54AFD145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D1B9C54F-C70D-453C-AC7E-BD75D7D6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86F8582F-AF70-4DA3-A84F-702DD857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721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6A1579D-27C9-4821-BF49-985371B7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4A368935-A1A8-469B-8F49-C5B26D4B7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B50BC2F-DF44-4C2F-B776-81342085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DF4F7CCC-253E-43AD-BD05-49789EB4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F491871B-C974-4545-AE33-CA0770F6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138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51BD8F1-55A6-46E2-8185-2C6F3FD6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0777153-6848-42DD-816D-73B806C54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0063C78B-6C43-444F-9888-9CFE18A7A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E63E4A3D-0D36-4D51-AD67-3F468214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D9F2AEF7-7BC4-4849-BBA1-4D99FF38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9502BBAD-02EE-48CE-952E-EB805BE0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498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B1C83A8-9423-4BE4-93F2-6BFC5887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220A3F3C-5C38-4DDB-8A87-A554FC2DC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2E118328-2E2B-4F3C-89A0-9021A03D8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0C75C972-1EE9-4BB7-8735-F5E954FCB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9F0CBCA7-6AF4-4830-82F2-01DB99DD9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D70B1914-F703-49A2-BB58-C46374DC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8A15C709-15B0-47CD-8E15-3B7D19EB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DC2F90AA-613B-46CF-AEB4-C8A5A899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297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DF902B2-0A27-4111-88BA-F596BB28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7B4F6DF5-E674-403B-9636-333393E2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996D8265-D2B6-4465-8F0E-21FBB775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FCDAC6C8-DF8A-411D-860B-983813B6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39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AE38D7A5-4ECB-4D72-8C7D-E47B9BB4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743925B1-2515-4242-BDA4-F8612576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3665940A-B4C6-4EE0-9A66-8091825A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19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67CA70F-1721-4539-95C3-A5EB8D42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9FBFADA1-07DD-498A-A358-1E9C0AD50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B789BC37-AF81-45C8-965A-13B135CB2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D35C036A-B1E2-487B-B658-2A5E85BE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CAAF24C3-27E2-477C-82C6-89FF757B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1DCA4468-C9BE-433D-AD2D-20F4F074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088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04EF0CE-45B9-49C9-B474-A54C5430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F4651C14-F2A2-458E-9D6A-E289972DC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ADC31AF7-165A-41EC-A772-B5F44EDC5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CF31454D-3431-464B-9FD1-00BF68A4C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61623347-3502-4B03-9D26-93A4EF9D3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86E18CA2-5507-492D-9BF5-56D3C5FD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930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D5964B8-8471-4B35-BE9C-2B317CFE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74A19583-37A2-4C57-ABD5-6F8FAB4F4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AB81063-3AC4-4DEB-9BB5-7884DDF6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204A4148-8E06-4EB6-9D46-2759DE5F3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A54EDCA4-FA75-45C1-962C-65978599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6802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31837C4B-41C1-4A5C-9D2B-4A1737FE7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CDC95EEB-3F9B-4BB9-843A-B49CF7A0E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448565E-3667-4F5A-A2BA-CB0B6D458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A92C8174-4748-4FC6-A890-9E215792A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B47F8A1-CE45-4100-B998-4D04FF06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343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CFA1DDD2-B4B2-4C2F-B517-C337E3D8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840814D0-6AA8-4C24-AD48-249B4886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F97DFF4-B6F6-45AC-94B6-B4D7FF1D7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1B014-702F-43CC-949C-54D3F41AA722}" type="datetimeFigureOut">
              <a:rPr lang="es-ES" smtClean="0"/>
              <a:t>02/03/2022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A4B6D03-2D53-48CC-9B47-0C91881C8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F5BC51AC-4E60-474C-B1FC-EA24F666D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FD98E-79F8-42BB-B9A1-028D572AD2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29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5AF1439C-245F-40B0-8E80-03A1A211AD0D}"/>
              </a:ext>
            </a:extLst>
          </p:cNvPr>
          <p:cNvSpPr/>
          <p:nvPr/>
        </p:nvSpPr>
        <p:spPr>
          <a:xfrm>
            <a:off x="8892212" y="1590260"/>
            <a:ext cx="2160000" cy="2160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8000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AÑO</a:t>
            </a:r>
            <a:endParaRPr lang="es-ES" sz="8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</p:spTree>
    <p:extLst>
      <p:ext uri="{BB962C8B-B14F-4D97-AF65-F5344CB8AC3E}">
        <p14:creationId xmlns:p14="http://schemas.microsoft.com/office/powerpoint/2010/main" val="41989592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Barrero</dc:creator>
  <cp:lastModifiedBy>Usuario de Windows</cp:lastModifiedBy>
  <cp:revision>5</cp:revision>
  <dcterms:created xsi:type="dcterms:W3CDTF">2021-02-21T06:10:35Z</dcterms:created>
  <dcterms:modified xsi:type="dcterms:W3CDTF">2022-03-02T20:49:39Z</dcterms:modified>
</cp:coreProperties>
</file>